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82" d="100"/>
          <a:sy n="82" d="100"/>
        </p:scale>
        <p:origin x="6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US&amp;assetid=WA200003233&amp;isWac=True&amp;ui=en-US&amp;ad=U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https://pages.store.office.com/addinsinstallpage.aspx?rs=en-US&amp;assetid=WA200003233&amp;isWac=True&amp;ui=en-US&amp;ad=US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Insert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4851444" y="3310791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My 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2249496" y="2737247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Insert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Insert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Insert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bd7b2438-27b8-4b5a-a5d6-bfbc56343237}">
  <we:reference id="WA200003233" version="2.0.0.3" store="en-US" storeType="OMEX"/>
  <we:alternateReferences/>
  <we:properties>
    <we:property name="Microsoft.Office.CampaignId" value="&quot;none&quot;"/>
    <we:property name="reportUrl" value="&quot;/groups/me/reports/7d6d315b-6bd0-49f9-ae63-c052106cd873/74f1f36256874ea4088e?bookmarkGuid=c444c173-9c89-4142-b9d8-ddcc19ffa00b&amp;bookmarkUsage=1&amp;ctid=7a95ad65-55ee-41e3-ba46-acbdf605ee3d&amp;fromEntryPoint=export&quot;"/>
    <we:property name="reportState" value="&quot;CONNECTED&quot;"/>
    <we:property name="artifactViewState" value="&quot;live&quot;"/>
    <we:property name="reportEmbeddedTime" value="&quot;2025-02-02T07:05:52.271Z&quot;"/>
    <we:property name="creatorSessionId" value="&quot;97f2872b-279f-4f85-8cb9-854bfe63d803&quot;"/>
    <we:property name="creatorUserId" value="&quot;10032000CF109F9F&quot;"/>
    <we:property name="creatorTenantId" value="&quot;7a95ad65-55ee-41e3-ba46-acbdf605ee3d&quot;"/>
    <we:property name="pageDisplayName" value="&quot;Page 1&quot;"/>
    <we:property name="pageName" value="&quot;74f1f36256874ea4088e&quot;"/>
    <we:property name="reportName" value="&quot;FinalProject_Shubham&quot;"/>
    <we:property name="isVisualContainerHeaderHidden" value="false"/>
    <we:property name="isFiltersActionButtonVisible" value="true"/>
    <we:property name="initialStateBookmark" value="&quot;H4sIAAAAAAAAA91a227bOBD9FUMvfTEWpEjd+pa4abvbOg2SbopFESxG5MhRK0uGJCfxBvn3HVJy4jhu7VzqS99scjScc+ZwOLpcOzqtRhlMDmGIzmtnvyi+D6H83uFO18nbsU+fPvT3jj/8e7jXP6DhYlSnRV45r6+dGsoB1qdpNYbMeKDBr2ddB7LsCAbmXwJZhV1nhGVV5JCl/2FjTFN1OcabroNXo6wowbg8qaFG4/aCzOk/rc3/ELQiqDq9wBNUdTMayIQnwnc9PwwkgmRhiGRWNQY2soUmxrVdvlfkNaQ5LWPGRKBiPwk9zwXu+0x5UnlmPEmzujWJJwdXo5LQEebJyLCypy8gV6gdC6HEqon42ukjVOPSLnZwb+KkGJcKjzGxU3md1hPyczAk/BNE54bIOCoLosqOv8UhZNih6c6ehV9Zi/Pislci8aSd1+zmjEaqNB9kLa13CD83USooTYRF/I24MUjogqLUWO5PLJg3aTll1e3OxfsrgVDkZAWMuRKjyGUxD4l3xbxo48T3TbS7TfkchIZs30vAVwkjjnUQ+CyUHNZG9meIKaTpRXPh7gbZK0JoyNaxisCTias9EEKhG/vKePspmBqv6ri4uo/HeItkopAcxppxpiPOIqY3vk/afX2CI2jKd7XtGXwckiaR3A9dLqMwUMAEhxil2Dz1M5HuKOX3EbSngYh0KCIMlS81C2MmY/30PRNjhIKBzzwWeEyGGLvuxhPXn9PZjmZvAYwmhciEabg0j9HVElxPCL5x0g/x8n3aluzd4/ou+obiMFI85oH2OESugChAvnmKrSAo0o4JdadVPQuiIdyDRDAqSIyIFqBcEN7W3B3sOuULYLQqTwIRJVIGIN1YRoC+jJ9+FgSgNLrCU4hCCB+pJ1ve+vaIyEFRpopWms9ir8jGw3xV9HsDfFcW49GDpnF2/H7yujtRHS0LvXMo6y0qktPHBTT9beaBQJvOJqQXz9/ZTdP1B1xiILRiVCUw1nKNx98Tb7G62yb4lwvjCCZWqXNRzA4/UvExlOuU+8q3nBvUPFCXzSXXAVOez1wJgouNH497p+86nzEnT51+kdfn6xL+/t/zkRzjwFyxnuXfYU46nA9hZvSxBT4bV5RE1L2tqfSLMvsr9P+TTDa6F77WCgSCNA1FxCAM1Rp7iicpbXO9xK9Q+9uj+fX/KuJO/cTSnqU5PkbgfF7gL5a/jcg5FNINeAihCjgLNWcyXqect6Rj2Mpd9cznRY/sWX4zXUeKBTISCSKLhBciKO8ZLfn7FEso1fnkI15g9jDI2/mHU9MQT6FMm7edFtCqQN+YV6MGUPui9taNcw/9rdlMJHawczdgptv4nX8QntQZVFmqqKeYlZQzxHJg8WiowdI5agJLsZkvtJ1Gy/a18zGlDDS+TyEbG7ev3tAVurjMXxm9tM8CVhXq75qcH+4by1plefldsTebGBM6l0BEXuyilIzTrfUzngaFLkcRSxYpLwok95jvLi8JGzljnrcNB5g3++vBTmyQ3v91Ov3mgjr3t2UxtJe1OY1phdn4u06zPjPS/HKO5oyzpTvXad2C/3OOkGr16j4VIK37w+LevVP/18WlpJ/qS6zqV9b6BzaHRVmfL7dY6ociXuLnyzIXPcxrGrM2Z03pszCfUUz3oUrVtJKaz2Oyae184K6qSdr1idXaibVb4tx+2DNTpJcVqBc91u02XiR5SkM1AoVHkOMClIQH6F5Yr4qta3ZbGmfLmDafMt1ycXPzP3NQEohVJQAA&quot;"/>
    <we:property name="bookmark" value="&quot;H4sIAAAAAAAAA91a227bOBD9FUMveTEWpEjd+pY4SbuLJgiabopFkYchOXLUypJByUncIP++I8puHMetc/WlbzY5Gs45czgcXW48k1XDHMbHMEDvnbdXlt8HYL93uNf1inYMeRpFKhI8lFLL0CjBfZoth3VWFpX37sarwfaxPsuqEeSNIxr8et71IM9PoN/8SyGvsOsN0VZlAXn2A1tjmqrtCG+7Hl4P89JC4/K0hhobt5dkTv8pBP6XoBVB19klnqKu29FIpjwVoR+EcSQRJItjJLOqNXCRLTRpXLvle2VRQ1bQMs2YiLQK0zgIfOBhyHQgddCMp1leT0zU+OB6aAkdYR4PG3J2zSUUGo3nIFis2ohvvCOEamTdYgf3Jk7LkdX4CVM3VdRZPSY/BwPCP0b0bomME1sSVW78EAeQY4emO7sOfuUsLsqrnkXiyXjv2O05jVRZ0c8ntN4h/NxGqcE2EZbqG3HTIKELSmvQ7o0dmP3MTln1u3PxviUQipysgDFfYpL4TPGYeNcsSNZO/FET7XZTPgehJTsMUgh1yohjE0UhiyWHlZH9GRSFNL1oLtztIPuREFqyjdIJBDL1TQBCaPRVqBtvvwVT43Wtyuv7eBpviUw1kkNlGGcm4SxhZu37ZLKvT3EIbfmuNj2DT0PSJpKHsc9lEkcamOCgUIr1Uz8T6ZZSfh/B5DQQiYlFgrEOpWGxYlKZ5+8ZhQkKBiELWBQwGaPy/bUn7mhOZ1uavQUw2hQiE03DZbhC30jwAyH42kk/xqsP2aRkbx/Xd9G3FMeJ5opHJuCQ+AKSCPn6KXaCoEg7TahbrepZEC3hAaSCUUFiRLQA7YMINubuYNspXwBjovI0EkkqZQTSVzIBDKV6/lkQgTboi0AjCiFCpJ5seevbIyL7pc00rTSfxV6ZjwbFY9Hv9vG9LUfDB03j7Pj95HW3ojo6FnoXYOsNKpLTxwU0/W3mgcAknW1Ir56/89u264+4xEgYzahKoDJyhcffM2+xupsm+NcL4wTGTqlzUcwOP1HxCuwq5f7oW841ah6oy+aSm4jpIGS+BMHF2o/H3bP3nc9YkKfOUVnUF6sS/t6/85F8wn5zxWqWf48F6XA+hJnRpxb4fFRREtH0NqbSL8rsW+j/N5lsdS9CYzQIBNk0FAmDONYr7CmepbT19RJvofbDk/n1/ylVp35mac+zAp8icD4v8FfL31rkHAvpRzyGWEecxYYzqVYp5w3pGDZyV73wedETe5Y/TNeJZpFMRIrIEhHECDp4QUv+IUMLVl+MP+Il5g+D/Dn/cGoa4hnYrH3b6QA9Fuh+82q0ATR5X/vTjXcP/U+zmUjcYOduoJmexO/9h/CszqDKM009xaykvAHavsNjoAZH57ANLMN2vjRuGh3bN97HjDLQ+j6DfNS43dmnK0x5Vew0epk8C3isUP/U5Pxy3zjWKsfLn4q93cSY0rkEIgmUj1IyTrfWL3gaFPschZIs0UESSR6w0F9eEtZyxrxsG/axaPfXg53YIr3/62z6zQV17oe2HLjLJjlVtMJs/F2vXZ810vxygc0Z50p3YbJ6Av7vOUKqx1f3qQBp3V8W9+6d+r8uLiVHmbnCqt5x1r+wOS5tfbHcYqkfiniJny/LXPSwqGnM2Zy3pc/BfEEx3YMq09NK2nwek09r5wN3VU3Srk+d1k6d3RLn7sOemSK9rEC96rHutvEiyVMaqiFoPIECF6AkPED3wuZJ2G5v/we+aPn4LCUAAA==&quot;"/>
    <we:property name="datasetId" value="&quot;7a472e64-ff4c-4dc0-a9e1-c964ffa85ac2&quot;"/>
    <we:property name="embedUrl" value="&quot;/reportEmbed?reportId=7d6d315b-6bd0-49f9-ae63-c052106cd873&amp;config=eyJjbHVzdGVyVXJsIjoiaHR0cHM6Ly9XQUJJLUlORElBLUNFTlRSQUwtQS1QUklNQVJZLXJlZGlyZWN0LmFuYWx5c2lzLndpbmRvd3MubmV0IiwiZW1iZWRGZWF0dXJlcyI6eyJ1c2FnZU1ldHJpY3NWTmV4dCI6dHJ1ZX19&amp;disableSensitivityBanner=true&quot;"/>
    <we:property name="backgroundColor" value="&quot;#FFFFF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1502</TotalTime>
  <Words>85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Microsoft Power BI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Shubham pote</cp:lastModifiedBy>
  <cp:revision>3</cp:revision>
  <dcterms:created xsi:type="dcterms:W3CDTF">2018-06-07T21:39:02Z</dcterms:created>
  <dcterms:modified xsi:type="dcterms:W3CDTF">2025-02-02T07:06:12Z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